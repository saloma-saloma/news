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DBBBC-A723-7072-977C-D962825C9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22383D-70E4-5A11-ED5B-EF073B97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3A2637-67ED-F987-1B25-4197E2B3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2DB359-B222-337A-824D-56872B08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D4BC18-F400-C3E1-560E-F79067D3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2686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4572D-B142-08E6-2482-B158165E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591EB-E2C8-7A2A-BAF8-2BA2A2289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32E0C5-0160-3AED-8BEC-E8BD4B1F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35414-CE9A-A221-569B-A304C3FB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305C41-8CAA-C59B-4027-7FA938E8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7300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C5B5D-5042-AB2C-9FA3-DD32CD2F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7FF115-0CEC-A9A9-3213-92156500C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7AC1CF-D29B-9C7B-1B4A-9B074F79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91250F-D1C0-A229-6125-208CC533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8CBC1A-FF78-9F20-39B3-CF042DBF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2706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67C39-EE28-0EBC-53D8-FF8DFD35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A3717-01DC-40B6-E51F-497C1A41A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391BCA-3871-BEDF-EF5C-1FE0B34A9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D744F7-8C05-9985-B485-E3737E9A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141C5B-0C7F-1858-905C-57EE104B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EB6C9F-DBF2-EB84-A121-1F820D3B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42010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0034A-50BF-D034-CA68-FFD982BE9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C0DF27-0E30-C669-5B70-6264E7B30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97C3B9-E766-D5AC-9AF0-4B2B2EB6A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AA4273-2DC5-1ADD-B353-71AAF4B31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2F69E4-4DBC-8CBA-B3B7-58DD7C46E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4B4D36D-7291-61FB-BB43-83C50C8F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8DE8986-96CC-DBC4-28BE-3D87EE3F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9BFCF0A-90F0-851B-FB28-6164FA50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3642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4CD8A-5D68-090D-675D-A6DA74C8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37C877D-4A6B-A69C-6F9E-08AE24A9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E28265-858D-15FD-F249-CD486B339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D5AF57-A6A3-360C-F067-A126E1ED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28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264320A-D4C5-E07B-E146-1067F406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30B180-2CE8-9037-388F-3084A403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335DF4-DF85-B4EB-05EC-8FECAD64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40774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4ADBC-2354-1367-8D67-D91E690C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961878-24B4-4ABA-2976-EDC394D19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E3BDAD-F5BD-6E47-639A-9B2A058C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E66704-E7DD-00AA-4EFE-5940743D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5E3C1A-A334-C378-720D-62570CD0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811BAA-1202-E020-8264-6C4BEAED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4887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6D7AF-3185-1A32-B5E4-A5A95926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B7E7DE-90C3-16CD-5AA8-D81430DC3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69541C-DC3A-7C3F-73BD-BB8758B53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8CDCA1-F454-2522-6D85-4525C290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37B67A-058E-5212-EB07-BA2FE943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893E18-1214-DF5A-4B60-7654D1D6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267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D609B6-E2FE-33E6-BF6B-D570D929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ABA454-4152-4299-6A25-CBCDCB3BC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CB12EB-4215-6914-4BC9-39AE7619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ACA87E-4AF7-497D-B704-D6C66818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34EEFE-F6E7-78F0-F227-1CDF4C1A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9473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432F33-19B4-9BB1-E3D3-DA7070F47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3AAC4F-0291-77DD-B187-9B550E411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1DB489-0B87-28B3-1E1F-F5EEF5A8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5BEAAC-6D62-78ED-A646-06084247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0987ED-6985-24EE-AD2E-D2442C24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2660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1CE833-6BB7-D60D-B274-FF1F1E6F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132035-D061-E4CD-673A-C426DE31D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A3E837-9941-D212-52D6-5B96B15C6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8A69-E035-4E0F-8A32-0C415FBD49DA}" type="datetimeFigureOut">
              <a:rPr lang="fr-MA" smtClean="0"/>
              <a:t>10/12/2025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61EB33-F3A7-8115-E582-A75E17132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2596B-46B4-DBBD-DF4C-6F4451FB9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E9879-AD69-43DF-98E5-A6E58FD1B380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8021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4B817A-E727-E300-0733-19F40BDF0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clique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C26233-33ED-28A9-4924-B42CD32C2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913123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clique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2025-12-10T10:02:08Z</dcterms:created>
  <dcterms:modified xsi:type="dcterms:W3CDTF">2025-12-10T10:02:29Z</dcterms:modified>
</cp:coreProperties>
</file>